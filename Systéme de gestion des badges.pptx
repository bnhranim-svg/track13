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4BC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27432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32120" y="27432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0" y="27432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37960" y="27432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0" y="27432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43800" y="27432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27432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49640" y="27432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05156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105156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05156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105156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105156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43800" y="105156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05156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49640" y="105156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182880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32120" y="182880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182880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182880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0" y="182880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182880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182880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49640" y="182880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260604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32120" y="260604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260604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260604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40880" y="260604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43800" y="260604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0" y="260604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49640" y="260604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0" y="338328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32120" y="338328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0" y="338328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37960" y="338328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40880" y="338328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43800" y="338328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46720" y="338328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49640" y="338328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0" y="416052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32120" y="416052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16052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37960" y="416052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40880" y="416052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43800" y="416052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46720" y="416052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549640" y="4160520"/>
            <a:ext cx="54864" cy="54864"/>
          </a:xfrm>
          <a:prstGeom prst="ellipse">
            <a:avLst/>
          </a:prstGeom>
          <a:solidFill>
            <a:srgbClr val="3D6FE8">
              <a:alpha val="25000"/>
            </a:srgbClr>
          </a:solidFill>
          <a:ln w="12700">
            <a:solidFill>
              <a:srgbClr val="3D6FE8">
                <a:alpha val="2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03520" y="731520"/>
            <a:ext cx="3200400" cy="3657600"/>
          </a:xfrm>
          <a:prstGeom prst="roundRect">
            <a:avLst>
              <a:gd name="adj" fmla="val 3429"/>
            </a:avLst>
          </a:prstGeom>
          <a:solidFill>
            <a:srgbClr val="162454"/>
          </a:solidFill>
          <a:ln/>
        </p:spPr>
      </p:sp>
      <p:sp>
        <p:nvSpPr>
          <p:cNvPr id="52" name="Shape 50"/>
          <p:cNvSpPr/>
          <p:nvPr/>
        </p:nvSpPr>
        <p:spPr>
          <a:xfrm>
            <a:off x="5303520" y="731520"/>
            <a:ext cx="3200400" cy="109728"/>
          </a:xfrm>
          <a:prstGeom prst="rect">
            <a:avLst/>
          </a:prstGeom>
          <a:solidFill>
            <a:srgbClr val="3D6FE8"/>
          </a:solidFill>
          <a:ln/>
        </p:spPr>
      </p:sp>
      <p:sp>
        <p:nvSpPr>
          <p:cNvPr id="53" name="Shape 51"/>
          <p:cNvSpPr/>
          <p:nvPr/>
        </p:nvSpPr>
        <p:spPr>
          <a:xfrm>
            <a:off x="6263640" y="1051560"/>
            <a:ext cx="1280160" cy="1280160"/>
          </a:xfrm>
          <a:prstGeom prst="ellipse">
            <a:avLst/>
          </a:prstGeom>
          <a:solidFill>
            <a:srgbClr val="1A4BCC"/>
          </a:solidFill>
          <a:ln/>
        </p:spPr>
      </p:sp>
      <p:sp>
        <p:nvSpPr>
          <p:cNvPr id="54" name="Text 52"/>
          <p:cNvSpPr/>
          <p:nvPr/>
        </p:nvSpPr>
        <p:spPr>
          <a:xfrm>
            <a:off x="6263640" y="105156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👤</a:t>
            </a:r>
            <a:endParaRPr lang="en-US" sz="3600" dirty="0"/>
          </a:p>
        </p:txBody>
      </p:sp>
      <p:sp>
        <p:nvSpPr>
          <p:cNvPr id="55" name="Text 53"/>
          <p:cNvSpPr/>
          <p:nvPr/>
        </p:nvSpPr>
        <p:spPr>
          <a:xfrm>
            <a:off x="5394960" y="24231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Jean Dupont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394960" y="272491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A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2ème année · Étudiant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806440" y="3063240"/>
            <a:ext cx="219456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58" name="Text 56"/>
          <p:cNvSpPr/>
          <p:nvPr/>
        </p:nvSpPr>
        <p:spPr>
          <a:xfrm>
            <a:off x="5806440" y="30632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3D6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BADGE001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126480" y="3566160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0" name="Text 58"/>
          <p:cNvSpPr/>
          <p:nvPr/>
        </p:nvSpPr>
        <p:spPr>
          <a:xfrm>
            <a:off x="6281928" y="35204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actif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65760" y="5029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D6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13 · HACKATHON 4HACKS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65760" y="82296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Système de Gestion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 Badges Étudiants</a:t>
            </a:r>
            <a:endParaRPr lang="en-US" sz="3200" dirty="0"/>
          </a:p>
        </p:txBody>
      </p:sp>
      <p:sp>
        <p:nvSpPr>
          <p:cNvPr id="63" name="Text 61"/>
          <p:cNvSpPr/>
          <p:nvPr/>
        </p:nvSpPr>
        <p:spPr>
          <a:xfrm>
            <a:off x="365760" y="26060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CA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d'Accès aux Portes d'Entrée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365760" y="3090672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solution logicielle complète pour sécuriser les bâtiments universitaires,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étudiants et tracer chaque mouvement en temps réel.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365760" y="3913632"/>
            <a:ext cx="4297680" cy="18288"/>
          </a:xfrm>
          <a:prstGeom prst="rect">
            <a:avLst/>
          </a:prstGeom>
          <a:solidFill>
            <a:srgbClr val="1A4BCC"/>
          </a:solidFill>
          <a:ln/>
        </p:spPr>
      </p:sp>
      <p:sp>
        <p:nvSpPr>
          <p:cNvPr id="66" name="Text 64"/>
          <p:cNvSpPr/>
          <p:nvPr/>
        </p:nvSpPr>
        <p:spPr>
          <a:xfrm>
            <a:off x="365760" y="395935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A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: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143000" y="39593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Hassine Ranim  ·  Aoirem Howaida  ·  Hmaidy Maha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160520"/>
            <a:ext cx="1005840" cy="777240"/>
          </a:xfrm>
          <a:prstGeom prst="rect">
            <a:avLst/>
          </a:prstGeom>
          <a:solidFill>
            <a:srgbClr val="162454"/>
          </a:solidFill>
          <a:ln/>
        </p:spPr>
      </p:sp>
      <p:sp>
        <p:nvSpPr>
          <p:cNvPr id="69" name="Text 67"/>
          <p:cNvSpPr/>
          <p:nvPr/>
        </p:nvSpPr>
        <p:spPr>
          <a:xfrm>
            <a:off x="365760" y="4206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6F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365760" y="46177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1481328" y="4160520"/>
            <a:ext cx="1005840" cy="777240"/>
          </a:xfrm>
          <a:prstGeom prst="rect">
            <a:avLst/>
          </a:prstGeom>
          <a:solidFill>
            <a:srgbClr val="162454"/>
          </a:solidFill>
          <a:ln/>
        </p:spPr>
      </p:sp>
      <p:sp>
        <p:nvSpPr>
          <p:cNvPr id="72" name="Text 70"/>
          <p:cNvSpPr/>
          <p:nvPr/>
        </p:nvSpPr>
        <p:spPr>
          <a:xfrm>
            <a:off x="1481328" y="4206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6F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000" dirty="0"/>
          </a:p>
        </p:txBody>
      </p:sp>
      <p:sp>
        <p:nvSpPr>
          <p:cNvPr id="73" name="Text 71"/>
          <p:cNvSpPr/>
          <p:nvPr/>
        </p:nvSpPr>
        <p:spPr>
          <a:xfrm>
            <a:off x="1481328" y="46177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Logiciel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596896" y="4160520"/>
            <a:ext cx="1005840" cy="777240"/>
          </a:xfrm>
          <a:prstGeom prst="rect">
            <a:avLst/>
          </a:prstGeom>
          <a:solidFill>
            <a:srgbClr val="162454"/>
          </a:solidFill>
          <a:ln/>
        </p:spPr>
      </p:sp>
      <p:sp>
        <p:nvSpPr>
          <p:cNvPr id="75" name="Text 73"/>
          <p:cNvSpPr/>
          <p:nvPr/>
        </p:nvSpPr>
        <p:spPr>
          <a:xfrm>
            <a:off x="2596896" y="4206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6F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∞</a:t>
            </a:r>
            <a:endParaRPr lang="en-US" sz="2000" dirty="0"/>
          </a:p>
        </p:txBody>
      </p:sp>
      <p:sp>
        <p:nvSpPr>
          <p:cNvPr id="76" name="Text 74"/>
          <p:cNvSpPr/>
          <p:nvPr/>
        </p:nvSpPr>
        <p:spPr>
          <a:xfrm>
            <a:off x="2596896" y="46177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3712464" y="4160520"/>
            <a:ext cx="1005840" cy="777240"/>
          </a:xfrm>
          <a:prstGeom prst="rect">
            <a:avLst/>
          </a:prstGeom>
          <a:solidFill>
            <a:srgbClr val="162454"/>
          </a:solidFill>
          <a:ln/>
        </p:spPr>
      </p:sp>
      <p:sp>
        <p:nvSpPr>
          <p:cNvPr id="78" name="Text 76"/>
          <p:cNvSpPr/>
          <p:nvPr/>
        </p:nvSpPr>
        <p:spPr>
          <a:xfrm>
            <a:off x="3712464" y="4206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6F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000" dirty="0"/>
          </a:p>
        </p:txBody>
      </p:sp>
      <p:sp>
        <p:nvSpPr>
          <p:cNvPr id="79" name="Text 77"/>
          <p:cNvSpPr/>
          <p:nvPr/>
        </p:nvSpPr>
        <p:spPr>
          <a:xfrm>
            <a:off x="3712464" y="46177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3D6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campus sont difficiles à sécuriser.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3611880"/>
          </a:xfrm>
          <a:prstGeom prst="rect">
            <a:avLst/>
          </a:prstGeom>
          <a:solidFill>
            <a:srgbClr val="F4F6F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265176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1371600"/>
            <a:ext cx="914400" cy="91440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🚪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2395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Accès non contrôlés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907792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N'importe qui peut entrer dans n'importe quel bâtiment sans vérification d'identité ou de permission.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651760" cy="3611880"/>
          </a:xfrm>
          <a:prstGeom prst="rect">
            <a:avLst/>
          </a:prstGeom>
          <a:solidFill>
            <a:srgbClr val="F4F6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0" y="1188720"/>
            <a:ext cx="265176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Shape 11"/>
          <p:cNvSpPr/>
          <p:nvPr/>
        </p:nvSpPr>
        <p:spPr>
          <a:xfrm>
            <a:off x="4069080" y="1371600"/>
            <a:ext cx="914400" cy="91440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14" name="Text 12"/>
          <p:cNvSpPr/>
          <p:nvPr/>
        </p:nvSpPr>
        <p:spPr>
          <a:xfrm>
            <a:off x="406908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37560" y="2395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Aucune traçabilité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37560" y="2907792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d'incident, impossible de savoir qui était où et quand. L'audit est inexistant.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188720"/>
            <a:ext cx="2651760" cy="3611880"/>
          </a:xfrm>
          <a:prstGeom prst="rect">
            <a:avLst/>
          </a:prstGeom>
          <a:solidFill>
            <a:srgbClr val="F4F6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035040" y="1188720"/>
            <a:ext cx="265176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Shape 17"/>
          <p:cNvSpPr/>
          <p:nvPr/>
        </p:nvSpPr>
        <p:spPr>
          <a:xfrm>
            <a:off x="6903720" y="1371600"/>
            <a:ext cx="914400" cy="91440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72200" y="2395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Gestion manuelle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72200" y="2907792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listes papier ou tableur sont sujettes aux erreurs, difficiles à maintenir et non sécurisées.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3D6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Tout ce dont votre campus a besoin.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069080" cy="1737360"/>
          </a:xfrm>
          <a:prstGeom prst="rect">
            <a:avLst/>
          </a:prstGeom>
          <a:solidFill>
            <a:srgbClr val="F4F6F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70432"/>
            <a:ext cx="91440" cy="1737360"/>
          </a:xfrm>
          <a:prstGeom prst="rect">
            <a:avLst/>
          </a:prstGeom>
          <a:solidFill>
            <a:srgbClr val="1A4BCC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544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554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🪪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17320" y="135331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Gestion des badges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764792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Création, activation et désactivation des badges. Code unique par personne, lié à son rôle.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170432"/>
            <a:ext cx="4069080" cy="1737360"/>
          </a:xfrm>
          <a:prstGeom prst="rect">
            <a:avLst/>
          </a:prstGeom>
          <a:solidFill>
            <a:srgbClr val="F4F6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1170432"/>
            <a:ext cx="91440" cy="17373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15544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554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669280" y="135331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Contrôle d'accès simulé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0" y="1764792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ou saisie du badge, vérification des permissions en temps réel, autorisation ou refus.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90672"/>
            <a:ext cx="4069080" cy="1737360"/>
          </a:xfrm>
          <a:prstGeom prst="rect">
            <a:avLst/>
          </a:prstGeom>
          <a:solidFill>
            <a:srgbClr val="F4F6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090672"/>
            <a:ext cx="91440" cy="1737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4747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474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17320" y="32735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Historique complet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3685032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événement enregistré : heure, badge, porte, résultat. Dashboard filtrable.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3090672"/>
            <a:ext cx="4069080" cy="1737360"/>
          </a:xfrm>
          <a:prstGeom prst="rect">
            <a:avLst/>
          </a:prstGeom>
          <a:solidFill>
            <a:srgbClr val="F4F6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617720" y="3090672"/>
            <a:ext cx="91440" cy="1737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Shape 23"/>
          <p:cNvSpPr/>
          <p:nvPr/>
        </p:nvSpPr>
        <p:spPr>
          <a:xfrm>
            <a:off x="4846320" y="34747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474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669280" y="32735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 applicative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0" y="3685032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par rôle, routes protégées, logs d'audit complets.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3D6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système pour chaque acteur.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993392" cy="3749040"/>
          </a:xfrm>
          <a:prstGeom prst="rect">
            <a:avLst/>
          </a:prstGeom>
          <a:solidFill>
            <a:srgbClr val="F4F6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43000"/>
            <a:ext cx="1993392" cy="91440"/>
          </a:xfrm>
          <a:prstGeom prst="rect">
            <a:avLst/>
          </a:prstGeom>
          <a:solidFill>
            <a:srgbClr val="1A4BCC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13258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3258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👨‍💼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6616" y="24231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Administrateur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852928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tous les utilisateurs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les portes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les historiques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Attribuer les permissions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50592" y="1143000"/>
            <a:ext cx="1993392" cy="3749040"/>
          </a:xfrm>
          <a:prstGeom prst="rect">
            <a:avLst/>
          </a:prstGeom>
          <a:solidFill>
            <a:srgbClr val="F4F6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450592" y="1143000"/>
            <a:ext cx="1993392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Shape 11"/>
          <p:cNvSpPr/>
          <p:nvPr/>
        </p:nvSpPr>
        <p:spPr>
          <a:xfrm>
            <a:off x="2944368" y="13258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944368" y="13258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🎓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532888" y="24231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Étudiant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2852928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son badge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Accéder aux bâtiments autorisés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son propre historique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26864" y="1143000"/>
            <a:ext cx="1993392" cy="3749040"/>
          </a:xfrm>
          <a:prstGeom prst="rect">
            <a:avLst/>
          </a:prstGeom>
          <a:solidFill>
            <a:srgbClr val="F4F6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626864" y="1143000"/>
            <a:ext cx="1993392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7"/>
          <p:cNvSpPr/>
          <p:nvPr/>
        </p:nvSpPr>
        <p:spPr>
          <a:xfrm>
            <a:off x="5120640" y="13258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13258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👩‍🏫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709160" y="24231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Enseignant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36592" y="2852928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spécifiques par zone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à permissions étendues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spéciaux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03136" y="1143000"/>
            <a:ext cx="1993392" cy="3749040"/>
          </a:xfrm>
          <a:prstGeom prst="rect">
            <a:avLst/>
          </a:prstGeom>
          <a:solidFill>
            <a:srgbClr val="F4F6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803136" y="1143000"/>
            <a:ext cx="1993392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Shape 23"/>
          <p:cNvSpPr/>
          <p:nvPr/>
        </p:nvSpPr>
        <p:spPr>
          <a:xfrm>
            <a:off x="7296912" y="13258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296912" y="13258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💂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885432" y="24231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de sécurité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12864" y="2852928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Superviser les accès live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Contrôler les incidents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Bloquer un badge suspect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3D6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la porte fermée à l'accès sécurisé.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508760" cy="2286000"/>
          </a:xfrm>
          <a:prstGeom prst="rect">
            <a:avLst/>
          </a:prstGeom>
          <a:solidFill>
            <a:srgbClr val="F4F6FF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234440"/>
            <a:ext cx="548640" cy="548640"/>
          </a:xfrm>
          <a:prstGeom prst="ellipse">
            <a:avLst/>
          </a:prstGeom>
          <a:solidFill>
            <a:srgbClr val="1A4BCC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📲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" y="24871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Scan du badge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" y="2926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saisi ou simulé au lecteur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01368" y="19202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4BCC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011680" y="1143000"/>
            <a:ext cx="1508760" cy="2286000"/>
          </a:xfrm>
          <a:prstGeom prst="rect">
            <a:avLst/>
          </a:prstGeom>
          <a:solidFill>
            <a:srgbClr val="F4F6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487168" y="1234440"/>
            <a:ext cx="548640" cy="548640"/>
          </a:xfrm>
          <a:prstGeom prst="ellipse">
            <a:avLst/>
          </a:prstGeom>
          <a:solidFill>
            <a:srgbClr val="1A4BCC"/>
          </a:solidFill>
          <a:ln/>
        </p:spPr>
      </p:sp>
      <p:sp>
        <p:nvSpPr>
          <p:cNvPr id="14" name="Text 12"/>
          <p:cNvSpPr/>
          <p:nvPr/>
        </p:nvSpPr>
        <p:spPr>
          <a:xfrm>
            <a:off x="2487168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18745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075688" y="24871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Vérification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75688" y="2926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existant et actif 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38728" y="19202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4BCC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749040" y="1143000"/>
            <a:ext cx="1508760" cy="2286000"/>
          </a:xfrm>
          <a:prstGeom prst="rect">
            <a:avLst/>
          </a:prstGeom>
          <a:solidFill>
            <a:srgbClr val="F4F6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224528" y="1234440"/>
            <a:ext cx="548640" cy="548640"/>
          </a:xfrm>
          <a:prstGeom prst="ellipse">
            <a:avLst/>
          </a:prstGeom>
          <a:solidFill>
            <a:srgbClr val="1A4BCC"/>
          </a:solidFill>
          <a:ln/>
        </p:spPr>
      </p:sp>
      <p:sp>
        <p:nvSpPr>
          <p:cNvPr id="21" name="Text 19"/>
          <p:cNvSpPr/>
          <p:nvPr/>
        </p:nvSpPr>
        <p:spPr>
          <a:xfrm>
            <a:off x="4224528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49040" y="18745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🔑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813048" y="24871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Permission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13048" y="2926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pour cette porte ?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76088" y="19202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4BCC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486400" y="1143000"/>
            <a:ext cx="1508760" cy="2286000"/>
          </a:xfrm>
          <a:prstGeom prst="rect">
            <a:avLst/>
          </a:prstGeom>
          <a:solidFill>
            <a:srgbClr val="F4F6FF"/>
          </a:solidFill>
          <a:ln/>
        </p:spPr>
      </p:sp>
      <p:sp>
        <p:nvSpPr>
          <p:cNvPr id="27" name="Shape 25"/>
          <p:cNvSpPr/>
          <p:nvPr/>
        </p:nvSpPr>
        <p:spPr>
          <a:xfrm>
            <a:off x="5961888" y="1234440"/>
            <a:ext cx="548640" cy="548640"/>
          </a:xfrm>
          <a:prstGeom prst="ellipse">
            <a:avLst/>
          </a:prstGeom>
          <a:solidFill>
            <a:srgbClr val="1A4BCC"/>
          </a:solidFill>
          <a:ln/>
        </p:spPr>
      </p:sp>
      <p:sp>
        <p:nvSpPr>
          <p:cNvPr id="28" name="Text 26"/>
          <p:cNvSpPr/>
          <p:nvPr/>
        </p:nvSpPr>
        <p:spPr>
          <a:xfrm>
            <a:off x="5961888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0" y="18745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550408" y="24871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Décision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50408" y="2926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Autorisé ou refusé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13448" y="19202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4BCC"/>
                </a:solidFill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223760" y="1143000"/>
            <a:ext cx="1508760" cy="2286000"/>
          </a:xfrm>
          <a:prstGeom prst="rect">
            <a:avLst/>
          </a:prstGeom>
          <a:solidFill>
            <a:srgbClr val="F4F6FF"/>
          </a:solidFill>
          <a:ln/>
        </p:spPr>
      </p:sp>
      <p:sp>
        <p:nvSpPr>
          <p:cNvPr id="34" name="Shape 32"/>
          <p:cNvSpPr/>
          <p:nvPr/>
        </p:nvSpPr>
        <p:spPr>
          <a:xfrm>
            <a:off x="7699248" y="1234440"/>
            <a:ext cx="548640" cy="548640"/>
          </a:xfrm>
          <a:prstGeom prst="ellipse">
            <a:avLst/>
          </a:prstGeom>
          <a:solidFill>
            <a:srgbClr val="1A4BCC"/>
          </a:solidFill>
          <a:ln/>
        </p:spPr>
      </p:sp>
      <p:sp>
        <p:nvSpPr>
          <p:cNvPr id="35" name="Text 33"/>
          <p:cNvSpPr/>
          <p:nvPr/>
        </p:nvSpPr>
        <p:spPr>
          <a:xfrm>
            <a:off x="7699248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223760" y="18745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287768" y="24871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enregistré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87768" y="2926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Heure, badge, résultat tracés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703320"/>
            <a:ext cx="3749040" cy="6858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37033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Accès autorisé — porte ouverte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846320" y="3703320"/>
            <a:ext cx="3749040" cy="6858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7033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Accès refusé — alerte générée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3D6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D'ÉVALUATION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Tous les critères du jury sont couverts.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160520" cy="731520"/>
          </a:xfrm>
          <a:prstGeom prst="rect">
            <a:avLst/>
          </a:prstGeom>
          <a:solidFill>
            <a:srgbClr val="F4F6FF"/>
          </a:solidFill>
          <a:ln/>
        </p:spPr>
      </p:sp>
      <p:sp>
        <p:nvSpPr>
          <p:cNvPr id="6" name="Shape 4"/>
          <p:cNvSpPr/>
          <p:nvPr/>
        </p:nvSpPr>
        <p:spPr>
          <a:xfrm>
            <a:off x="493776" y="1371600"/>
            <a:ext cx="329184" cy="329184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3716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243584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utilisateurs et rôles (admin, étudiant, enseignant, sécurité)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70432"/>
            <a:ext cx="4160520" cy="731520"/>
          </a:xfrm>
          <a:prstGeom prst="rect">
            <a:avLst/>
          </a:prstGeom>
          <a:solidFill>
            <a:srgbClr val="F4F6FF"/>
          </a:solidFill>
          <a:ln/>
        </p:spPr>
      </p:sp>
      <p:sp>
        <p:nvSpPr>
          <p:cNvPr id="10" name="Shape 8"/>
          <p:cNvSpPr/>
          <p:nvPr/>
        </p:nvSpPr>
        <p:spPr>
          <a:xfrm>
            <a:off x="4928616" y="1371600"/>
            <a:ext cx="329184" cy="329184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11" name="Text 9"/>
          <p:cNvSpPr/>
          <p:nvPr/>
        </p:nvSpPr>
        <p:spPr>
          <a:xfrm>
            <a:off x="4928616" y="13716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67528" y="1243584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accès et permissions selon les bâtiments / portes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029968"/>
            <a:ext cx="4160520" cy="731520"/>
          </a:xfrm>
          <a:prstGeom prst="rect">
            <a:avLst/>
          </a:prstGeom>
          <a:solidFill>
            <a:srgbClr val="F4F6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" y="2231136"/>
            <a:ext cx="329184" cy="329184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" y="22311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2688" y="21031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fonctionnelle du contrôle d'accès (autoriser / refuser)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029968"/>
            <a:ext cx="4160520" cy="731520"/>
          </a:xfrm>
          <a:prstGeom prst="rect">
            <a:avLst/>
          </a:prstGeom>
          <a:solidFill>
            <a:srgbClr val="F4F6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928616" y="2231136"/>
            <a:ext cx="329184" cy="329184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19" name="Text 17"/>
          <p:cNvSpPr/>
          <p:nvPr/>
        </p:nvSpPr>
        <p:spPr>
          <a:xfrm>
            <a:off x="4928616" y="22311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67528" y="21031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de l'application (authentification, protection, logs)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889504"/>
            <a:ext cx="4160520" cy="731520"/>
          </a:xfrm>
          <a:prstGeom prst="rect">
            <a:avLst/>
          </a:prstGeom>
          <a:solidFill>
            <a:srgbClr val="F4F6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93776" y="3090672"/>
            <a:ext cx="329184" cy="329184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" y="30906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" y="2962656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et traçabilité des mouvements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2889504"/>
            <a:ext cx="4160520" cy="731520"/>
          </a:xfrm>
          <a:prstGeom prst="rect">
            <a:avLst/>
          </a:prstGeom>
          <a:solidFill>
            <a:srgbClr val="F4F6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928616" y="3090672"/>
            <a:ext cx="329184" cy="329184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27" name="Text 25"/>
          <p:cNvSpPr/>
          <p:nvPr/>
        </p:nvSpPr>
        <p:spPr>
          <a:xfrm>
            <a:off x="4928616" y="30906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67528" y="2962656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UI/UX et clarté de l'interface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749040"/>
            <a:ext cx="4160520" cy="731520"/>
          </a:xfrm>
          <a:prstGeom prst="rect">
            <a:avLst/>
          </a:prstGeom>
          <a:solidFill>
            <a:srgbClr val="F4F6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93776" y="3950208"/>
            <a:ext cx="329184" cy="329184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" y="39502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2688" y="382219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et qualité technique du projet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3749040"/>
            <a:ext cx="4160520" cy="731520"/>
          </a:xfrm>
          <a:prstGeom prst="rect">
            <a:avLst/>
          </a:prstGeom>
          <a:solidFill>
            <a:srgbClr val="F4F6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928616" y="3950208"/>
            <a:ext cx="329184" cy="329184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35" name="Text 33"/>
          <p:cNvSpPr/>
          <p:nvPr/>
        </p:nvSpPr>
        <p:spPr>
          <a:xfrm>
            <a:off x="4928616" y="39502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67528" y="382219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et fonctionnalités supplémentaires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Note : le matériel physique (RFID, serrures...) n'est pas obligatoire — une simulation logicielle cohérente suffit.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80360" y="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0" y="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00600" y="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0" y="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20840" y="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41080" y="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77724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77724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77724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80360" y="77724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77724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77724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77724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0840" y="77724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77724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41080" y="77724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55448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155448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0240" y="155448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80360" y="155448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0" y="155448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155448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0720" y="155448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20840" y="155448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0" y="155448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41080" y="155448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33172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0120" y="233172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20240" y="233172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80360" y="233172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233172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233172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60720" y="233172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20840" y="233172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80960" y="233172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41080" y="233172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10896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60120" y="310896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20240" y="310896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880360" y="310896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40480" y="310896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00600" y="310896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60720" y="310896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20840" y="310896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310896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641080" y="310896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388620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60120" y="388620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20240" y="388620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880360" y="388620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840480" y="388620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00600" y="388620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760720" y="388620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20840" y="388620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680960" y="388620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641080" y="388620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466344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60120" y="466344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920240" y="466344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880360" y="466344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840480" y="466344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800600" y="466344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760720" y="466344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20840" y="466344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680960" y="466344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41080" y="4663440"/>
            <a:ext cx="54864" cy="54864"/>
          </a:xfrm>
          <a:prstGeom prst="ellipse">
            <a:avLst/>
          </a:prstGeom>
          <a:solidFill>
            <a:srgbClr val="3D6FE8">
              <a:alpha val="18000"/>
            </a:srgbClr>
          </a:solidFill>
          <a:ln w="12700">
            <a:solidFill>
              <a:srgbClr val="3D6FE8">
                <a:alpha val="1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4BCC"/>
          </a:solidFill>
          <a:ln/>
        </p:spPr>
      </p:sp>
      <p:sp>
        <p:nvSpPr>
          <p:cNvPr id="73" name="Text 71"/>
          <p:cNvSpPr/>
          <p:nvPr/>
        </p:nvSpPr>
        <p:spPr>
          <a:xfrm>
            <a:off x="914400" y="640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800" kern="0" dirty="0">
                <a:solidFill>
                  <a:srgbClr val="3D6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914400" y="128016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Sécurisez votre campus,</a:t>
            </a:r>
            <a:endParaRPr lang="en-US" sz="3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dès aujourd'hui.</a:t>
            </a:r>
            <a:endParaRPr lang="en-US" sz="3600" dirty="0"/>
          </a:p>
        </p:txBody>
      </p:sp>
      <p:sp>
        <p:nvSpPr>
          <p:cNvPr id="75" name="Shape 73"/>
          <p:cNvSpPr/>
          <p:nvPr/>
        </p:nvSpPr>
        <p:spPr>
          <a:xfrm>
            <a:off x="2926080" y="2971800"/>
            <a:ext cx="3291840" cy="54864"/>
          </a:xfrm>
          <a:prstGeom prst="rect">
            <a:avLst/>
          </a:prstGeom>
          <a:solidFill>
            <a:srgbClr val="1A4BCC"/>
          </a:solidFill>
          <a:ln/>
        </p:spPr>
      </p:sp>
      <p:sp>
        <p:nvSpPr>
          <p:cNvPr id="76" name="Text 74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CA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· Contrôle d'accès · Historique · Sécurité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914400" y="4526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06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13 — Hackathon 4Hacks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— Système de Gestion des Badges Étudiants</dc:title>
  <dc:subject>PptxGenJS Presentation</dc:subject>
  <dc:creator>PptxGenJS</dc:creator>
  <cp:lastModifiedBy>PptxGenJS</cp:lastModifiedBy>
  <cp:revision>1</cp:revision>
  <dcterms:created xsi:type="dcterms:W3CDTF">2026-05-12T19:09:23Z</dcterms:created>
  <dcterms:modified xsi:type="dcterms:W3CDTF">2026-05-12T19:09:23Z</dcterms:modified>
</cp:coreProperties>
</file>